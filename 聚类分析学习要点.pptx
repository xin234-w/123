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聚类分析学习要点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基于淘宝用户消费数据 ——</a:t>
            </a:r>
            <a:endParaRPr lang="en-US" sz="20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数据概览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聚类核心概念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K-Means算法详解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层次聚类与DBSCAN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聚类分析5步流程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实践建议与应用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Python代码示例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总结</a:t>
            </a:r>
            <a:endParaRPr lang="en-US" sz="16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097280"/>
            <a:ext cx="164592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商品数量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164592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976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1645920" cy="12801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数据文件组成：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users.csv - 用户基础信息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user_behaviors.csv - 用户行为数据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user_features.csv - 用户特征数据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orders.csv - 订单数据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products.csv - 商品数据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product_features.csv - 商品特征数据</a:t>
            </a:r>
            <a:endParaRPr lang="en-US" sz="12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聚类核心概念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聚类分析（Cluster Analysis）是一种无监督学习方法，目的是将数据对象划分为若干个组（簇），使得同一组内的对象相似度高，不同组间的对象相似度低。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 vs 分类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聚类：无监督学习，无标签，自动发现群体结构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分类：有监督学习，有标签，预测已知类别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相似度度量方法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欧氏距离 - 连续数值特征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曼哈顿距离 - 高维稀疏数据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余弦相似度 - 文本/偏好数据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相关系数 - 线性关系</a:t>
            </a:r>
            <a:endParaRPr lang="en-US" sz="12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K-Means算法详解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64592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随机选择K个中心点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将样本分配到最近的中心点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更新中心点位置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重复2-3步直到收敛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K值：聚类数量（肘部法则确定）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max_iter：最大迭代次数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n_init：初始化次数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1828800"/>
          </a:xfrm>
          <a:prstGeom prst="rect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优缺点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优点：简单高效，适合大规模数据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缺点：需预设K值，对异常值敏感，假设簇为球形分布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931920" cy="182880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用户价值分层（RFM模型）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客户细分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商品分类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识别高价值/潜力/流失风险用户</a:t>
            </a:r>
            <a:endParaRPr lang="en-US" sz="12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层次聚类与DBSCAN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层次聚类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原理：通过计算样本间距离，逐步合并或分裂簇，形成树状结构（dendrogram）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凝聚式：自底向上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分裂式：自顶向下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DBSCAN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原理：将高密度区域划分为簇，能发现任意形状的簇，自动识别噪声点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eps：邻域半径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min_samples：最小邻居数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其他算法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高斯混合模型（GMM）：假设数据来自多个高斯分布，提供软聚类（概率归属）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谱聚类（Spectral Clustering）：适用于非凸形状数据</a:t>
            </a:r>
            <a:endParaRPr lang="en-US" sz="13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聚类分析5步流程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54480" cy="365760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选择关键特征维度：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消费行为、活跃度、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偏好、价值特征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365760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28600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缺失值处理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异常值处理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特征标准化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降维（可选）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554480" cy="3657600"/>
          </a:xfrm>
          <a:prstGeom prst="rect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确定聚类数量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轮廓系数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554480" cy="365760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模型训练与评估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28600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训练聚类模型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内部/外部指标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稳定性检验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554480" cy="365760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23760" y="1737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结果解释与应用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228600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分析簇特征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制定运营策略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实践建议：RFM用户分层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RFM模型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Recency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距上次购买天数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(days_since_last_order)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- Frequency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订单数量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(order_count)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- Monetary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总消费金额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(total_spent)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识别用户类型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重要价值客户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重要保持客户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流失风险客户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一般维持客户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基于user_features.csv，使用K-Means对RFM三个维度进行聚类，实现精准营销：高价值用户重点维护、潜力用户激活、流失用户召回</a:t>
            </a:r>
            <a:endParaRPr lang="en-US" sz="13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实践建议：行为聚类与商品聚类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用户行为聚类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基于user_behaviors.csv分析行为模式：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浏览型用户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收藏型用户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加购型用户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冲动消费型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理性比较型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商品聚类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基于product_features.csv：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热销商品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(sales高、转化率高)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潜力商品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(popularity高、转化低)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滞销商品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(sales低、cancel高)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针对不同行为模式用户，设计差异化推荐策略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热销商品重点推广，潜力商品优化转化，滞销商品促销清仓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结合用户聚类与商品聚类，实现千人千面的精准推荐</a:t>
            </a:r>
            <a:endParaRPr lang="en-US" sz="13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Python代码示例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加载数据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pd.read_csv('user_features.csv')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选择特征 (RFM)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['total_spent', 'order_count', 'days_since_last_order']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df[features]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数据标准化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确定K值 - 肘部法则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range(2, 10):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kmeans = KMeans(n_clusters=k, random_state=42)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kmeans.fit(X_scaled)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inertias.append(kmeans.inertia_)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训练模型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KMeans(n_clusters=4, random_state=42)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df['cluster'] = kmeans.fit_predict(X_scaled)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silhouette_score(X_scaled, df['cluster'])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print(f'轮廓系数: {score}')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分析各簇特征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print(df.groupby('cluster')[features].mean())</a:t>
            </a:r>
            <a:endParaRPr lang="en-US" sz="10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理解不同算法的原理和适用场景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重视特征工程和数据预处理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掌握评估聚类效果的方法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结合业务理解解释和应用聚类结果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建议：从K-Means入手，使用user_features.csv进行实践，逐步掌握聚类分析的完整流程</a:t>
            </a:r>
            <a:endParaRPr lang="en-US" sz="13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基于淘宝用户消费数据的聚类分析学习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聚类分析学习要点</dc:title>
  <dc:subject>基于淘宝用户消费数据</dc:subject>
  <dc:creator>AI Assistant</dc:creator>
  <cp:lastModifiedBy>AI Assistant</cp:lastModifiedBy>
  <cp:revision>1</cp:revision>
  <dcterms:created xsi:type="dcterms:W3CDTF">2026-06-01T08:53:54Z</dcterms:created>
  <dcterms:modified xsi:type="dcterms:W3CDTF">2026-06-01T08:53:54Z</dcterms:modified>
</cp:coreProperties>
</file>